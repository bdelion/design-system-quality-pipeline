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5B96"/>
          </a:solidFill>
          <a:ln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POC Plateforme d’analyse qualité &amp; KPI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601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Automatiser la collecte, le contrôle qualité et la restitution des indicateurs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5B96"/>
          </a:solidFill>
          <a:ln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Pourquoi ce POC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601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Données dispersées</a:t>
            </a:r>
          </a:p>
          <a:p>
            <a:r>
              <a:t>• Calculs manuels</a:t>
            </a:r>
          </a:p>
          <a:p>
            <a:r>
              <a:t>• Peu de traçabilité</a:t>
            </a:r>
          </a:p>
          <a:p/>
          <a:p>
            <a:r>
              <a:t>Objectif : automatiser collecte, contrôle qualité, KPI et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5B96"/>
          </a:solidFill>
          <a:ln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Vision globale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601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Architecture modulaire pilotée par configuration et orientée snapshots.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Insérer ici le schéma d’architecture fourni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5B96"/>
          </a:solidFill>
          <a:ln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Flux de bout en bout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601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Sources → Collecte → Normalisation → Contrôles DQ → KPI → Snapshots →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5B96"/>
          </a:solidFill>
          <a:ln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Collecte des données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601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GitHub REST/GraphQL, fixtures, catalogue de référence.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5B96"/>
          </a:solidFill>
          <a:ln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Couche métier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601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Normalisation, contrôles qualité, calcul KPI et modèle métier.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5B96"/>
          </a:solidFill>
          <a:ln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Pilotage par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601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config.ts, system.yaml et quality-rules.yaml.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5B96"/>
          </a:solidFill>
          <a:ln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Historisation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601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Snapshots JSON et historique des exécutions.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5B96"/>
          </a:solidFill>
          <a:ln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Dashboard généré automatiquement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601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Génération statique HTML à partir des snapshots.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5B96"/>
          </a:solidFill>
          <a:ln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Résultats attendus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601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Architecture modulaire, extensible et industrialisable.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5B96"/>
          </a:solidFill>
          <a:ln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Limites actuelles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601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Sources limitées, KPI à enrichir, performances à confirmer.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5B96"/>
          </a:solidFill>
          <a:ln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601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POC → Validation métier → Industrialisation → Extension → CI/CD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05B96"/>
          </a:solidFill>
          <a:ln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Synthèse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601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Démontrer la valeur métier et la faisabilité technique.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/>
  <dc:subject/>
  <dc:creator>M365 Copilot</dc:creator>
  <keywords/>
  <dc:description>generated using python-pptx</dc:description>
  <lastModifiedBy>M365 Copilot</lastModifiedBy>
  <revision>1</revision>
  <dcterms:created xsi:type="dcterms:W3CDTF">2026-09-27T08:00:41.6295689Z</dcterms:created>
  <dcterms:modified xsi:type="dcterms:W3CDTF">2026-09-27T08:00:41.6295689Z</dcterms:modified>
  <category/>
</coreProperties>
</file>